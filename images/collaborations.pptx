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71" r:id="rId2"/>
    <p:sldId id="269" r:id="rId3"/>
    <p:sldId id="270" r:id="rId4"/>
    <p:sldId id="268" r:id="rId5"/>
    <p:sldId id="265" r:id="rId6"/>
    <p:sldId id="263" r:id="rId7"/>
    <p:sldId id="264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5768" autoAdjust="0"/>
  </p:normalViewPr>
  <p:slideViewPr>
    <p:cSldViewPr snapToGrid="0">
      <p:cViewPr varScale="1">
        <p:scale>
          <a:sx n="138" d="100"/>
          <a:sy n="138" d="100"/>
        </p:scale>
        <p:origin x="608" y="8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9F0B27-FDAD-46DC-BE4C-D58A19A66EDF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3D5429-02D7-4B29-B712-6BC7A0C42A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9472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2026_AAAI_DipGuava.jpg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D5429-02D7-4B29-B712-6BC7A0C42A7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570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2025_MICCAI_LVPNet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D5429-02D7-4B29-B712-6BC7A0C42A7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6671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2025_MICCAI_MS-IQA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D5429-02D7-4B29-B712-6BC7A0C42A79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98638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SG" dirty="0"/>
              <a:t>2024 ACCV </a:t>
            </a:r>
            <a:r>
              <a:rPr lang="en-US" altLang="zh-SG" dirty="0" err="1"/>
              <a:t>VIPNet</a:t>
            </a:r>
            <a:endParaRPr lang="zh-SG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D5429-02D7-4B29-B712-6BC7A0C42A7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03080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2022_</a:t>
            </a:r>
            <a:r>
              <a:rPr lang="en-US" altLang="zh-CN" sz="1800" dirty="0">
                <a:solidFill>
                  <a:srgbClr val="7A7E85"/>
                </a:solidFill>
                <a:effectLst/>
                <a:latin typeface="JetBrains Mono"/>
              </a:rPr>
              <a:t>Frontiers</a:t>
            </a:r>
            <a:endParaRPr lang="en-US" altLang="zh-CN" sz="180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D5429-02D7-4B29-B712-6BC7A0C42A79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50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2017_ICTAI</a:t>
            </a:r>
            <a:endParaRPr lang="en-US" altLang="zh-CN" sz="180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D5429-02D7-4B29-B712-6BC7A0C42A79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0363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6BF3DD-3E56-5639-E95E-0B21B3FB5D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870478B-8094-1A50-ADEB-5A24613FF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5A8A2-D501-5F2A-05E9-FCF7EF90C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C5EEA2-FA7D-B834-BEF5-CFD9D11E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3274CD-DAD0-697F-2A79-3FE0E26F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1697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26C646-0AB0-8FC6-DFA3-860D45507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0912C-06B6-6851-B3AE-0DCC0BB34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9B978B-AED3-0B26-7AFC-D01F03E28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4612AC-FE76-E06B-1D57-0A64EFB0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0F938DE-4048-45C5-8A8F-0936FBD19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2291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38268C-E8AC-E3B5-595A-88C1CF3CD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AE169D-1163-986F-58EB-90B3949AA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C430DD-C2EF-506A-4A6F-05DA7E76C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A97DC2-E152-E8BF-5EA5-643AD67BD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2B3378-875F-B398-A9E9-E25DAEE69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8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0C4F1E-D1C7-8A45-F34F-8713D1AE6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7A6B1A-F326-755F-CAD5-6FA1F28985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717ACD-86ED-DEC1-BA72-F4D448E38A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49E3B6-005F-FB95-63B9-690B273FA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768990-A954-C563-EEA8-66688D72D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7C293E-2E5A-D7F9-7297-8F376C2F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5630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894D11-AEA3-3D52-CC1A-76BB3A58E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F2D77A-BBD1-E4E1-7117-DC5788CA7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ACC8AD-0145-B8E9-C8CE-E58A0702C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3DDEC7D-6916-8C0D-0605-B333D26946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2651C7-F850-5DA3-791F-10623EE96A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3DE4C08-5009-E9AA-8668-29E318C75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7EDE325-6CAD-5505-9D0F-32B0F4A47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C50A787-F49D-0A83-42F0-8150992F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6743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C39DB2-CFCA-6489-7D45-EFE03210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8C0904C-6CAE-5588-1BDA-54F6E74C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25B5D07-FAEE-64C2-3357-DDDB760D5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9B6F1B7-C98B-573E-6D09-BB67D5722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420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7E34867-8B77-F204-2FA8-B6057E6F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D3E2EE4-CE6A-ECD5-9A63-674598BE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C29EE7-3203-A8A9-06A8-F3DF9E2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2496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B852BB-1501-9D51-2CFC-C5CAA7BE8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56E18B-7620-6A5F-D8BF-DE911A9F3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85DF3BB-36CE-73EF-9528-96034FF3E5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25C852-111D-0E16-1637-006B0B0A4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4826A61-4A1E-0354-DAB8-991676C7F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42F1C9-A21C-44BE-B614-7CBA94215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3543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6A15EA-DDCB-22E8-E458-F50538279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090E7E-13CF-C431-8D69-62117F0CDB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FD5D57-547E-2A61-CE2D-4516A7554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CB29655-B401-DB67-CDCB-18DCB423C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27C7EE-2985-C451-F39B-636349D54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3FA586-03CB-8568-0F74-6B1567B18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894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5862BC-14E9-7A47-1BC0-BEE4C049E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64F9B0-66DD-F1E6-6C87-4183570832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C8C65D-7997-D905-526B-2F50DBE26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49C68-19E8-BCE0-3D57-827637CA4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F787D-4D50-73B7-62F2-8EA2148E8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79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03B617-5885-378A-F5FF-630CBB97B2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E7FADCB-C975-8964-630B-1334D0A0BB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BEE432-440E-A1A8-6008-ECABEA44C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CBAAE2-242E-2A82-4557-6D18E56CD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04EF0E-48B7-A61C-9557-C34C001D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9056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B325319-01C3-AAC5-9AF0-B9C15C6C9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571DE7E-AC30-7C90-D4B1-97D94DDC7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EE20E6-4A58-3C80-9CC4-7EB5360DC8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F5E376-3A0B-4AF8-A9EB-29B2BF33A297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63999D-69BB-ED57-79C9-234AA90191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C786B7-DD4E-3FF7-90B9-3853FE716C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3B2F32-6750-4FF9-AC2F-B1529837073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939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B8DB3D-E179-764E-014D-B33D9753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A4D13B-6D5D-454B-E1FF-0EF3E6CCC9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DFA46D1-0A09-DFBD-8E63-1D623446F2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SG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FC68E99-3C2C-5A42-9AAC-DDA22A248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7201"/>
            <a:ext cx="12192000" cy="458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78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0F4123D-B6E1-FED4-1C74-2EE78987E3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SG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CC416-8111-6AD5-156C-8F8B11011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47826"/>
            <a:ext cx="12192000" cy="376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126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7F044E7B-E815-D7B5-6DE1-B0042955BD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SG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A4EA201-FDA9-48D4-BD04-D888DAA9F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4350"/>
            <a:ext cx="12192000" cy="56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051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D44CEC7A-7FF9-DD0A-ACFD-994D599544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SG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34EBCB0-FD76-84EA-C371-1354C27E2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26" y="0"/>
            <a:ext cx="116613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4ADAD9D-AD5E-99E6-2C51-B1A842E8E4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SG" altLang="en-US"/>
          </a:p>
        </p:txBody>
      </p:sp>
      <p:pic>
        <p:nvPicPr>
          <p:cNvPr id="5" name="图片 4" descr="图示&#10;&#10;描述已自动生成">
            <a:extLst>
              <a:ext uri="{FF2B5EF4-FFF2-40B4-BE49-F238E27FC236}">
                <a16:creationId xmlns:a16="http://schemas.microsoft.com/office/drawing/2014/main" id="{AC012E9B-9CEF-6D18-E5F0-3C930150E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5915"/>
            <a:ext cx="12192000" cy="454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8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26F5ABB-B9DD-3BFA-A2F5-7B6307657A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47961A6-1BC1-2751-97F1-5D992C76F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52" y="216543"/>
            <a:ext cx="10570495" cy="642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76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26F5ABB-B9DD-3BFA-A2F5-7B6307657A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AA534AD-30F3-EF83-7BAD-677BB7C536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41" r="4492"/>
          <a:stretch/>
        </p:blipFill>
        <p:spPr>
          <a:xfrm>
            <a:off x="36770" y="567697"/>
            <a:ext cx="12118459" cy="57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49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32</Words>
  <Application>Microsoft Office PowerPoint</Application>
  <PresentationFormat>宽屏</PresentationFormat>
  <Paragraphs>12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JetBrains Mono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Bert@office2016.cc</dc:creator>
  <cp:lastModifiedBy>Li Zhixuan (Dr)</cp:lastModifiedBy>
  <cp:revision>64</cp:revision>
  <dcterms:created xsi:type="dcterms:W3CDTF">2022-10-13T02:50:52Z</dcterms:created>
  <dcterms:modified xsi:type="dcterms:W3CDTF">2026-02-25T08:11:33Z</dcterms:modified>
</cp:coreProperties>
</file>